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</a:t>
            </a:r>
            <a:endParaRPr lang="en-US" sz="8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Violation Detection + Number Plate OCR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118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computer-vision pipeline that flags riders without helmets and reads their number plates from traffic images and video.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50292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1331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Sanskar Shekhar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YOLOv8  ·  EasyOCR  ·  OpenCV  ·  Google Colab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28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Helmets save lives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75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Riding without a helmet is a leading cause of fatal head injuries in two-wheeler accidents.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9352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enforcement doesn't scale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826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 cannot watch every rider on every road at every hour.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7024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already exist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897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and traffic cameras capture the footage — but nobody can review all of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21224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477256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77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the gap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6967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system can flag violations and capture plates 24x7, consistently.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riders, helmets, bare heads and number plates in an image.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1945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 rider as a violation when no helmet is detected on them.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the violator's plate and read its characters with OCR.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21945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annotated images and a table of violations with plate text.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image in  →  violations + plate numbers out.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077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73552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image or video frame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38044" y="3035808"/>
            <a:ext cx="155448" cy="237744"/>
          </a:xfrm>
          <a:prstGeom prst="chevron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2798064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35224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980944" y="29077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3273552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finds riders, helmets, plates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87468" y="3035808"/>
            <a:ext cx="155448" cy="237744"/>
          </a:xfrm>
          <a:prstGeom prst="chevron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47488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9077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3273552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No-helmet head inside a rider box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6892" y="3035808"/>
            <a:ext cx="155448" cy="237744"/>
          </a:xfrm>
          <a:prstGeom prst="chevron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6912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434072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29077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OCR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79792" y="3273552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→ deskew → EasyOCR reads 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86316" y="3035808"/>
            <a:ext cx="155448" cy="237744"/>
          </a:xfrm>
          <a:prstGeom prst="chevron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9546336" y="2286000"/>
            <a:ext cx="2084832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83496" y="2395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729216" y="290779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3273552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 + CSV of violations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ID is resolved by name, so the same pipeline works on any dataset with these four labels.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280160" y="525780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80160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violations.csv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749040" y="525780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49040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final_ocr_results.csv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525780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6800" y="525780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86800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video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with helmet / without helmet / number plate (Kaggle)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object-detection dataset of real traffic scenes with four classes.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helmet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 rider — not a violation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helmet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a violation when inside a rider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person + two-wheeler the plate belongs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Cropped and sent to 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5146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86384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classes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 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617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boxes + data.yaml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detector. Fine-tuned from yolov8n.pt to find all four classes.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1645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8745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36792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engine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plate characters. PaddleOCR is included as a comparison.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645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18745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8744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67544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upscale, deskew and perspective-correct each plate before OCR.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(T4 GPU)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training in ~2 minutes. Not TPU — the stack is CUDA/CPU based.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79392" y="37947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07992" y="40233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core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07992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YOLOv8 training and inference under the hood.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10144" y="37947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38744" y="40233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B1F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38744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67544" y="4069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violations and plate readings into exportable CSV tables.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DETECTION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the YOLOv8 detector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288950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276148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yolov8n.pt (nano) — small and fast, fine-tuned on our 4 classes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354787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341985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epochs · 640 px images · batch size 16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40782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T4 GPU on Colab — about 2 minutes to train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8646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7365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model.val() reports precision, recall and mAP per 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274320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071529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29718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YOLO("yolov8n.pt")
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model.train(
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data="data.yaml",
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epochs=50,
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imgsz=640,
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batch=16)
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violation is detected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is a </a:t>
            </a:r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a 'without helmet' box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falls inside that rider's box.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center_in(rider, head)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matched to ground truth at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≥ 0.5.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6916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box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2194560"/>
            <a:ext cx="2926080" cy="2743200"/>
          </a:xfrm>
          <a:prstGeom prst="rect">
            <a:avLst/>
          </a:prstGeom>
          <a:ln w="317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514600"/>
            <a:ext cx="914400" cy="822960"/>
          </a:xfrm>
          <a:prstGeom prst="rect">
            <a:avLst/>
          </a:prstGeom>
          <a:ln w="317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23042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HELMET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48472" y="28803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4572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inside  →  VIOLATION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READ THE PLATE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OCR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2140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number-plate box from the frame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12140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93792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4–5x for sharper characters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212140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Deskew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24544" y="2240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edges + Hough lines rotate it straight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721608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Gray, sharpened, Otsu &amp; adaptive-threshold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9392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3721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8056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93792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variant (A–Z, 0–9 only)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10144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3721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924544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924544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confidence + length; pick the best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words (HONDA, YAMAHA…) are penalised so they don't beat the real plate.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0128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10128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10128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71616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071616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33104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33104" y="17830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833104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mAP50-95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helmet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helmet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split: 20 images, 73 objects · YOLOv8n · 50 epochs on a Tesla T4.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detection (confidence 0.35)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violations found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0128" y="17373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10128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7373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71616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33104" y="17373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33104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015984" y="2926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· Recall · F1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mean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reads number plates nearly perfectly (mAP50 0.995) and catches most violations.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'Without helmet' is the hardest class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small, varied heads — which is where the 2 misses and 2 false alarms come from. With only 20 validation images, each image moves the score a lot, so these results are promising but noisy.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images to live video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32644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by frame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4015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detector + violation rule runs on every video frame.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8346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32644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tracking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4015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tracking gives each rider a stable ID across frames.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4864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once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50017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violating rider is reported one time, not once per frame.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43484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86460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plate kept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0017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plate reading seen for that rider is retained.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an annotated video + one row per violating rider.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validation 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 images, so metrics are noisy.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OCR cases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77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blurred or angled plates still misread.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Untuned video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IDs can swap when riders overlap.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yolov8s / yolov8m for longer.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652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plate OCR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77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plate-specific recogniser + higher-res crops.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8463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94A3B8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4652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 varied dataset for stable metrics.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Argus turns raw traffic footage into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helmet-violation records.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362102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35021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riders, helmets &amp; plates with one YOLOv8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07822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9593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no-helmet violations and reads the plate automatically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53542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44165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both still images and live video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99262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34440" y="48737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reproducible, and running on free Colab GPUs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Sanskar Shekhar  ·  github.com/shekharsanskar9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- Helmet Violation Detection + Number Plate OCR</dc:title>
  <dc:subject>PptxGenJS Presentation</dc:subject>
  <dc:creator>Sanskar Shekhar</dc:creator>
  <cp:lastModifiedBy>Sanskar Shekhar</cp:lastModifiedBy>
  <cp:revision>1</cp:revision>
  <dcterms:created xsi:type="dcterms:W3CDTF">2026-10-05T08:46:45Z</dcterms:created>
  <dcterms:modified xsi:type="dcterms:W3CDTF">2026-10-05T08:46:45Z</dcterms:modified>
</cp:coreProperties>
</file>